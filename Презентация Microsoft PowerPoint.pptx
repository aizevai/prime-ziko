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92967D4-2C45-49D4-9259-C4251F4C00CC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72885D8-1E36-4F6A-AB61-67A287F46483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110832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67D4-2C45-49D4-9259-C4251F4C00CC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885D8-1E36-4F6A-AB61-67A287F464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4908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92967D4-2C45-49D4-9259-C4251F4C00CC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2885D8-1E36-4F6A-AB61-67A287F46483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8818644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67D4-2C45-49D4-9259-C4251F4C00CC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885D8-1E36-4F6A-AB61-67A287F464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574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67D4-2C45-49D4-9259-C4251F4C00CC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885D8-1E36-4F6A-AB61-67A287F464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4527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67D4-2C45-49D4-9259-C4251F4C00CC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885D8-1E36-4F6A-AB61-67A287F464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61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67D4-2C45-49D4-9259-C4251F4C00CC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885D8-1E36-4F6A-AB61-67A287F464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9970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92967D4-2C45-49D4-9259-C4251F4C00CC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2885D8-1E36-4F6A-AB61-67A287F46483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02276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92967D4-2C45-49D4-9259-C4251F4C00CC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2885D8-1E36-4F6A-AB61-67A287F46483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22064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67D4-2C45-49D4-9259-C4251F4C00CC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885D8-1E36-4F6A-AB61-67A287F464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601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67D4-2C45-49D4-9259-C4251F4C00CC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885D8-1E36-4F6A-AB61-67A287F464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4905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D92967D4-2C45-49D4-9259-C4251F4C00CC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072885D8-1E36-4F6A-AB61-67A287F46483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35777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BBF0EE7-E35D-3F84-AC89-843408539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677" y="2465406"/>
            <a:ext cx="12192000" cy="855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701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003323-D810-6C1F-73BB-74C275329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552F0B-3E45-8A68-4FE9-E77370EAB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60486"/>
            <a:ext cx="9601200" cy="4132907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База навигации в помещениях и поиск </a:t>
            </a:r>
          </a:p>
          <a:p>
            <a:pPr lvl="1"/>
            <a:r>
              <a:rPr lang="ru-RU" dirty="0"/>
              <a:t>Поиск помещения и навигация в нем</a:t>
            </a:r>
            <a:br>
              <a:rPr lang="ru-RU" dirty="0"/>
            </a:br>
            <a:endParaRPr lang="ru-RU" dirty="0"/>
          </a:p>
          <a:p>
            <a:r>
              <a:rPr lang="ru-RU" dirty="0"/>
              <a:t>Информационная поддержка</a:t>
            </a:r>
          </a:p>
          <a:p>
            <a:pPr lvl="1"/>
            <a:r>
              <a:rPr lang="ru-RU" dirty="0"/>
              <a:t>Коммуникация в реальном времени через таблички, </a:t>
            </a:r>
            <a:r>
              <a:rPr lang="en-US" dirty="0"/>
              <a:t>QR-</a:t>
            </a:r>
            <a:r>
              <a:rPr lang="ru-RU" dirty="0"/>
              <a:t>кодами, путеводитель (Персонаж, который отвечает по заготовленным вопросам)</a:t>
            </a:r>
            <a:br>
              <a:rPr lang="ru-RU" dirty="0"/>
            </a:br>
            <a:endParaRPr lang="ru-RU" dirty="0"/>
          </a:p>
          <a:p>
            <a:r>
              <a:rPr lang="ru-RU" dirty="0"/>
              <a:t>Функция локатора </a:t>
            </a:r>
          </a:p>
          <a:p>
            <a:pPr lvl="1"/>
            <a:r>
              <a:rPr lang="ru-RU" dirty="0"/>
              <a:t>Отслеживание «друзей» в реальном времени (показываются иконки)</a:t>
            </a:r>
            <a:br>
              <a:rPr lang="ru-RU" dirty="0"/>
            </a:br>
            <a:endParaRPr lang="ru-RU" dirty="0"/>
          </a:p>
          <a:p>
            <a:r>
              <a:rPr lang="ru-RU" dirty="0"/>
              <a:t>Бизнес-задачи и аналитика (для владельцев зданий) </a:t>
            </a:r>
          </a:p>
          <a:p>
            <a:pPr lvl="1"/>
            <a:r>
              <a:rPr lang="ru-RU" dirty="0"/>
              <a:t>Добавление мероприятий, изменение вида (через поддержку), контроль и безопасность (прокладывание безопасных маршрутов в случае ЧП)</a:t>
            </a:r>
          </a:p>
          <a:p>
            <a:pPr lvl="1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86792D4-A27B-718D-549C-541982AA5EB8}"/>
              </a:ext>
            </a:extLst>
          </p:cNvPr>
          <p:cNvSpPr/>
          <p:nvPr/>
        </p:nvSpPr>
        <p:spPr>
          <a:xfrm>
            <a:off x="1371600" y="1285592"/>
            <a:ext cx="10705723" cy="13580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1995114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27</TotalTime>
  <Words>79</Words>
  <Application>Microsoft Office PowerPoint</Application>
  <PresentationFormat>Широкоэкранный</PresentationFormat>
  <Paragraphs>9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4" baseType="lpstr">
      <vt:lpstr>Franklin Gothic Book</vt:lpstr>
      <vt:lpstr>Уголки</vt:lpstr>
      <vt:lpstr>Презентация PowerPoint</vt:lpstr>
      <vt:lpstr>Задачи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 3</dc:creator>
  <cp:lastModifiedBy>Student 3</cp:lastModifiedBy>
  <cp:revision>1</cp:revision>
  <dcterms:created xsi:type="dcterms:W3CDTF">2026-02-25T01:31:28Z</dcterms:created>
  <dcterms:modified xsi:type="dcterms:W3CDTF">2026-02-25T01:58:31Z</dcterms:modified>
</cp:coreProperties>
</file>